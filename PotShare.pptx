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D63555-7A50-91E3-E7F9-5974638FD2DD}" v="838" dt="2025-05-28T12:24:09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Trent (s5705228)" userId="S::s5705228@bournemouth.ac.uk::5fc71e53-5cac-4b58-b6e5-e22cf68ae574" providerId="AD" clId="Web-{BBD63555-7A50-91E3-E7F9-5974638FD2DD}"/>
    <pc:docChg chg="modSld">
      <pc:chgData name="Joe Trent (s5705228)" userId="S::s5705228@bournemouth.ac.uk::5fc71e53-5cac-4b58-b6e5-e22cf68ae574" providerId="AD" clId="Web-{BBD63555-7A50-91E3-E7F9-5974638FD2DD}" dt="2025-05-28T12:24:09.405" v="708"/>
      <pc:docMkLst>
        <pc:docMk/>
      </pc:docMkLst>
      <pc:sldChg chg="addSp delSp modSp mod setBg">
        <pc:chgData name="Joe Trent (s5705228)" userId="S::s5705228@bournemouth.ac.uk::5fc71e53-5cac-4b58-b6e5-e22cf68ae574" providerId="AD" clId="Web-{BBD63555-7A50-91E3-E7F9-5974638FD2DD}" dt="2025-05-28T12:24:09.405" v="708"/>
        <pc:sldMkLst>
          <pc:docMk/>
          <pc:sldMk cId="109857222" sldId="256"/>
        </pc:sldMkLst>
        <pc:spChg chg="del">
          <ac:chgData name="Joe Trent (s5705228)" userId="S::s5705228@bournemouth.ac.uk::5fc71e53-5cac-4b58-b6e5-e22cf68ae574" providerId="AD" clId="Web-{BBD63555-7A50-91E3-E7F9-5974638FD2DD}" dt="2025-05-28T11:31:25.348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Joe Trent (s5705228)" userId="S::s5705228@bournemouth.ac.uk::5fc71e53-5cac-4b58-b6e5-e22cf68ae574" providerId="AD" clId="Web-{BBD63555-7A50-91E3-E7F9-5974638FD2DD}" dt="2025-05-28T11:31:26.926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1:20.219" v="107" actId="1076"/>
          <ac:spMkLst>
            <pc:docMk/>
            <pc:sldMk cId="109857222" sldId="256"/>
            <ac:spMk id="4" creationId="{FE3FE9AE-6EBB-B210-8C8A-C2A8803206A7}"/>
          </ac:spMkLst>
        </pc:spChg>
        <pc:spChg chg="add del mod ord">
          <ac:chgData name="Joe Trent (s5705228)" userId="S::s5705228@bournemouth.ac.uk::5fc71e53-5cac-4b58-b6e5-e22cf68ae574" providerId="AD" clId="Web-{BBD63555-7A50-91E3-E7F9-5974638FD2DD}" dt="2025-05-28T11:49:02.700" v="97"/>
          <ac:spMkLst>
            <pc:docMk/>
            <pc:sldMk cId="109857222" sldId="256"/>
            <ac:spMk id="5" creationId="{CE5A1FE9-EE5F-4AB4-0A3E-59EE8158D642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6:53.664" v="153" actId="1076"/>
          <ac:spMkLst>
            <pc:docMk/>
            <pc:sldMk cId="109857222" sldId="256"/>
            <ac:spMk id="7" creationId="{CF1A753A-93AB-4028-EAA9-4E631BD130F8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2:43.580" v="122" actId="1076"/>
          <ac:spMkLst>
            <pc:docMk/>
            <pc:sldMk cId="109857222" sldId="256"/>
            <ac:spMk id="8" creationId="{C57A4157-15BD-8DA8-6F44-EDFE6BF16152}"/>
          </ac:spMkLst>
        </pc:spChg>
        <pc:spChg chg="add del mod">
          <ac:chgData name="Joe Trent (s5705228)" userId="S::s5705228@bournemouth.ac.uk::5fc71e53-5cac-4b58-b6e5-e22cf68ae574" providerId="AD" clId="Web-{BBD63555-7A50-91E3-E7F9-5974638FD2DD}" dt="2025-05-28T11:58:47.573" v="158"/>
          <ac:spMkLst>
            <pc:docMk/>
            <pc:sldMk cId="109857222" sldId="256"/>
            <ac:spMk id="9" creationId="{1620A5FB-CAFB-B239-ED64-EC4CE4CE4876}"/>
          </ac:spMkLst>
        </pc:spChg>
        <pc:spChg chg="add del">
          <ac:chgData name="Joe Trent (s5705228)" userId="S::s5705228@bournemouth.ac.uk::5fc71e53-5cac-4b58-b6e5-e22cf68ae574" providerId="AD" clId="Web-{BBD63555-7A50-91E3-E7F9-5974638FD2DD}" dt="2025-05-28T11:46:42.853" v="83"/>
          <ac:spMkLst>
            <pc:docMk/>
            <pc:sldMk cId="109857222" sldId="256"/>
            <ac:spMk id="10" creationId="{F9762828-51A9-DCAF-14D6-B99BF819BAF5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5:05.381" v="129" actId="14100"/>
          <ac:spMkLst>
            <pc:docMk/>
            <pc:sldMk cId="109857222" sldId="256"/>
            <ac:spMk id="11" creationId="{012989DA-4780-AA90-A395-34D0AA1E0DAF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5:57.413" v="144" actId="14100"/>
          <ac:spMkLst>
            <pc:docMk/>
            <pc:sldMk cId="109857222" sldId="256"/>
            <ac:spMk id="12" creationId="{844AE79D-339E-1AE8-F22C-B7C4384E8F18}"/>
          </ac:spMkLst>
        </pc:spChg>
        <pc:spChg chg="add del">
          <ac:chgData name="Joe Trent (s5705228)" userId="S::s5705228@bournemouth.ac.uk::5fc71e53-5cac-4b58-b6e5-e22cf68ae574" providerId="AD" clId="Web-{BBD63555-7A50-91E3-E7F9-5974638FD2DD}" dt="2025-05-28T11:56:36.758" v="146"/>
          <ac:spMkLst>
            <pc:docMk/>
            <pc:sldMk cId="109857222" sldId="256"/>
            <ac:spMk id="13" creationId="{1F7F8242-C130-D911-E77B-56587E1BCF1F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1:56:49.305" v="152" actId="14100"/>
          <ac:spMkLst>
            <pc:docMk/>
            <pc:sldMk cId="109857222" sldId="256"/>
            <ac:spMk id="14" creationId="{D217482A-DEDF-AF8B-1DAA-9F4B5AE599D6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2:03:36.236" v="371" actId="20577"/>
          <ac:spMkLst>
            <pc:docMk/>
            <pc:sldMk cId="109857222" sldId="256"/>
            <ac:spMk id="16" creationId="{C5F53DA3-3466-1657-A539-2CBD2156AA04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2:07:09.866" v="399"/>
          <ac:spMkLst>
            <pc:docMk/>
            <pc:sldMk cId="109857222" sldId="256"/>
            <ac:spMk id="17" creationId="{C775576A-08B2-6825-2989-68F47AA09186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2:14:10.860" v="525" actId="20577"/>
          <ac:spMkLst>
            <pc:docMk/>
            <pc:sldMk cId="109857222" sldId="256"/>
            <ac:spMk id="18" creationId="{C8E45860-839C-8AB2-A2E5-86EE80AECE80}"/>
          </ac:spMkLst>
        </pc:spChg>
        <pc:spChg chg="add del mod">
          <ac:chgData name="Joe Trent (s5705228)" userId="S::s5705228@bournemouth.ac.uk::5fc71e53-5cac-4b58-b6e5-e22cf68ae574" providerId="AD" clId="Web-{BBD63555-7A50-91E3-E7F9-5974638FD2DD}" dt="2025-05-28T12:11:02.496" v="424"/>
          <ac:spMkLst>
            <pc:docMk/>
            <pc:sldMk cId="109857222" sldId="256"/>
            <ac:spMk id="19" creationId="{6208E7DC-E8F9-BE5A-75D3-504F0C0877AA}"/>
          </ac:spMkLst>
        </pc:spChg>
        <pc:spChg chg="add del">
          <ac:chgData name="Joe Trent (s5705228)" userId="S::s5705228@bournemouth.ac.uk::5fc71e53-5cac-4b58-b6e5-e22cf68ae574" providerId="AD" clId="Web-{BBD63555-7A50-91E3-E7F9-5974638FD2DD}" dt="2025-05-28T12:10:51.090" v="423"/>
          <ac:spMkLst>
            <pc:docMk/>
            <pc:sldMk cId="109857222" sldId="256"/>
            <ac:spMk id="20" creationId="{F8172BD0-BFB2-B75F-7EDA-A81574F633E6}"/>
          </ac:spMkLst>
        </pc:spChg>
        <pc:spChg chg="add mod">
          <ac:chgData name="Joe Trent (s5705228)" userId="S::s5705228@bournemouth.ac.uk::5fc71e53-5cac-4b58-b6e5-e22cf68ae574" providerId="AD" clId="Web-{BBD63555-7A50-91E3-E7F9-5974638FD2DD}" dt="2025-05-28T12:18:06.788" v="604" actId="14100"/>
          <ac:spMkLst>
            <pc:docMk/>
            <pc:sldMk cId="109857222" sldId="256"/>
            <ac:spMk id="23" creationId="{464DD7A2-131A-48D4-7DC7-CA4D7BA88832}"/>
          </ac:spMkLst>
        </pc:spChg>
        <pc:graphicFrameChg chg="add mod modGraphic">
          <ac:chgData name="Joe Trent (s5705228)" userId="S::s5705228@bournemouth.ac.uk::5fc71e53-5cac-4b58-b6e5-e22cf68ae574" providerId="AD" clId="Web-{BBD63555-7A50-91E3-E7F9-5974638FD2DD}" dt="2025-05-28T12:06:27.225" v="396"/>
          <ac:graphicFrameMkLst>
            <pc:docMk/>
            <pc:sldMk cId="109857222" sldId="256"/>
            <ac:graphicFrameMk id="15" creationId="{E297496C-B71B-281D-8026-160F4722C037}"/>
          </ac:graphicFrameMkLst>
        </pc:graphicFrameChg>
        <pc:graphicFrameChg chg="add mod modGraphic">
          <ac:chgData name="Joe Trent (s5705228)" userId="S::s5705228@bournemouth.ac.uk::5fc71e53-5cac-4b58-b6e5-e22cf68ae574" providerId="AD" clId="Web-{BBD63555-7A50-91E3-E7F9-5974638FD2DD}" dt="2025-05-28T12:15:19.971" v="588"/>
          <ac:graphicFrameMkLst>
            <pc:docMk/>
            <pc:sldMk cId="109857222" sldId="256"/>
            <ac:graphicFrameMk id="21" creationId="{37E810DA-AD90-905F-D7B1-4C94D5593C9E}"/>
          </ac:graphicFrameMkLst>
        </pc:graphicFrameChg>
        <pc:graphicFrameChg chg="add mod modGraphic">
          <ac:chgData name="Joe Trent (s5705228)" userId="S::s5705228@bournemouth.ac.uk::5fc71e53-5cac-4b58-b6e5-e22cf68ae574" providerId="AD" clId="Web-{BBD63555-7A50-91E3-E7F9-5974638FD2DD}" dt="2025-05-28T12:19:58.228" v="701"/>
          <ac:graphicFrameMkLst>
            <pc:docMk/>
            <pc:sldMk cId="109857222" sldId="256"/>
            <ac:graphicFrameMk id="22" creationId="{11CE3CC2-8AA4-9D3B-B679-9FE262D4D4FE}"/>
          </ac:graphicFrameMkLst>
        </pc:graphicFrameChg>
        <pc:cxnChg chg="add mod">
          <ac:chgData name="Joe Trent (s5705228)" userId="S::s5705228@bournemouth.ac.uk::5fc71e53-5cac-4b58-b6e5-e22cf68ae574" providerId="AD" clId="Web-{BBD63555-7A50-91E3-E7F9-5974638FD2DD}" dt="2025-05-28T11:50:55.609" v="105" actId="1076"/>
          <ac:cxnSpMkLst>
            <pc:docMk/>
            <pc:sldMk cId="109857222" sldId="256"/>
            <ac:cxnSpMk id="6" creationId="{E582BBF9-DA0F-CB1B-9613-38CCE2A7D12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3FE9AE-6EBB-B210-8C8A-C2A8803206A7}"/>
              </a:ext>
            </a:extLst>
          </p:cNvPr>
          <p:cNvSpPr txBox="1"/>
          <p:nvPr/>
        </p:nvSpPr>
        <p:spPr>
          <a:xfrm>
            <a:off x="904656" y="22741"/>
            <a:ext cx="2512033" cy="76944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400" b="1" err="1"/>
              <a:t>PotShare</a:t>
            </a:r>
            <a:endParaRPr lang="en-GB" sz="4400" b="1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82BBF9-DA0F-CB1B-9613-38CCE2A7D12F}"/>
              </a:ext>
            </a:extLst>
          </p:cNvPr>
          <p:cNvCxnSpPr/>
          <p:nvPr/>
        </p:nvCxnSpPr>
        <p:spPr>
          <a:xfrm>
            <a:off x="284" y="784452"/>
            <a:ext cx="12189726" cy="1380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F1A753A-93AB-4028-EAA9-4E631BD130F8}"/>
              </a:ext>
            </a:extLst>
          </p:cNvPr>
          <p:cNvSpPr txBox="1"/>
          <p:nvPr/>
        </p:nvSpPr>
        <p:spPr>
          <a:xfrm>
            <a:off x="10802425" y="216243"/>
            <a:ext cx="10023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/>
              <a:t>Log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A4157-15BD-8DA8-6F44-EDFE6BF16152}"/>
              </a:ext>
            </a:extLst>
          </p:cNvPr>
          <p:cNvSpPr txBox="1"/>
          <p:nvPr/>
        </p:nvSpPr>
        <p:spPr>
          <a:xfrm>
            <a:off x="3829726" y="219031"/>
            <a:ext cx="10486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Home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989DA-4780-AA90-A395-34D0AA1E0DAF}"/>
              </a:ext>
            </a:extLst>
          </p:cNvPr>
          <p:cNvSpPr txBox="1"/>
          <p:nvPr/>
        </p:nvSpPr>
        <p:spPr>
          <a:xfrm>
            <a:off x="5261050" y="219031"/>
            <a:ext cx="11927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Groups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AE79D-339E-1AE8-F22C-B7C4384E8F18}"/>
              </a:ext>
            </a:extLst>
          </p:cNvPr>
          <p:cNvSpPr txBox="1"/>
          <p:nvPr/>
        </p:nvSpPr>
        <p:spPr>
          <a:xfrm>
            <a:off x="6867428" y="219031"/>
            <a:ext cx="1923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Notifications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7482A-DEDF-AF8B-1DAA-9F4B5AE599D6}"/>
              </a:ext>
            </a:extLst>
          </p:cNvPr>
          <p:cNvSpPr txBox="1"/>
          <p:nvPr/>
        </p:nvSpPr>
        <p:spPr>
          <a:xfrm>
            <a:off x="9174023" y="219031"/>
            <a:ext cx="12133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Friends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297496C-B71B-281D-8026-160F4722C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205481"/>
              </p:ext>
            </p:extLst>
          </p:nvPr>
        </p:nvGraphicFramePr>
        <p:xfrm>
          <a:off x="504567" y="1709351"/>
          <a:ext cx="6437862" cy="9857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0127">
                  <a:extLst>
                    <a:ext uri="{9D8B030D-6E8A-4147-A177-3AD203B41FA5}">
                      <a16:colId xmlns:a16="http://schemas.microsoft.com/office/drawing/2014/main" val="3750088874"/>
                    </a:ext>
                  </a:extLst>
                </a:gridCol>
                <a:gridCol w="1083839">
                  <a:extLst>
                    <a:ext uri="{9D8B030D-6E8A-4147-A177-3AD203B41FA5}">
                      <a16:colId xmlns:a16="http://schemas.microsoft.com/office/drawing/2014/main" val="3772305891"/>
                    </a:ext>
                  </a:extLst>
                </a:gridCol>
                <a:gridCol w="1271983">
                  <a:extLst>
                    <a:ext uri="{9D8B030D-6E8A-4147-A177-3AD203B41FA5}">
                      <a16:colId xmlns:a16="http://schemas.microsoft.com/office/drawing/2014/main" val="515068768"/>
                    </a:ext>
                  </a:extLst>
                </a:gridCol>
                <a:gridCol w="1271983">
                  <a:extLst>
                    <a:ext uri="{9D8B030D-6E8A-4147-A177-3AD203B41FA5}">
                      <a16:colId xmlns:a16="http://schemas.microsoft.com/office/drawing/2014/main" val="1535277895"/>
                    </a:ext>
                  </a:extLst>
                </a:gridCol>
                <a:gridCol w="1349930">
                  <a:extLst>
                    <a:ext uri="{9D8B030D-6E8A-4147-A177-3AD203B41FA5}">
                      <a16:colId xmlns:a16="http://schemas.microsoft.com/office/drawing/2014/main" val="14813195"/>
                    </a:ext>
                  </a:extLst>
                </a:gridCol>
              </a:tblGrid>
              <a:tr h="48880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u="none" strike="noStrike" noProof="0" dirty="0">
                          <a:solidFill>
                            <a:srgbClr val="FFFFFF"/>
                          </a:solidFill>
                        </a:rPr>
                        <a:t>Split with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556816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r>
                        <a:rPr lang="en-GB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Snowdon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Jai, Harry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20/04/2025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1268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5F53DA3-3466-1657-A539-2CBD2156AA04}"/>
              </a:ext>
            </a:extLst>
          </p:cNvPr>
          <p:cNvSpPr txBox="1"/>
          <p:nvPr/>
        </p:nvSpPr>
        <p:spPr>
          <a:xfrm>
            <a:off x="500563" y="1248259"/>
            <a:ext cx="21682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 dirty="0"/>
              <a:t>Add Expense: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5576A-08B2-6825-2989-68F47AA09186}"/>
              </a:ext>
            </a:extLst>
          </p:cNvPr>
          <p:cNvSpPr/>
          <p:nvPr/>
        </p:nvSpPr>
        <p:spPr>
          <a:xfrm>
            <a:off x="5855371" y="2695599"/>
            <a:ext cx="1070989" cy="383788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Confirm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E45860-839C-8AB2-A2E5-86EE80AECE80}"/>
              </a:ext>
            </a:extLst>
          </p:cNvPr>
          <p:cNvSpPr txBox="1"/>
          <p:nvPr/>
        </p:nvSpPr>
        <p:spPr>
          <a:xfrm>
            <a:off x="8964941" y="1248259"/>
            <a:ext cx="14268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 dirty="0"/>
              <a:t>Latest:</a:t>
            </a:r>
            <a:endParaRPr lang="en-US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7E810DA-AD90-905F-D7B1-4C94D5593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83041"/>
              </p:ext>
            </p:extLst>
          </p:nvPr>
        </p:nvGraphicFramePr>
        <p:xfrm>
          <a:off x="7166918" y="1719648"/>
          <a:ext cx="4670223" cy="278847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1084">
                  <a:extLst>
                    <a:ext uri="{9D8B030D-6E8A-4147-A177-3AD203B41FA5}">
                      <a16:colId xmlns:a16="http://schemas.microsoft.com/office/drawing/2014/main" val="3750088874"/>
                    </a:ext>
                  </a:extLst>
                </a:gridCol>
                <a:gridCol w="1035325">
                  <a:extLst>
                    <a:ext uri="{9D8B030D-6E8A-4147-A177-3AD203B41FA5}">
                      <a16:colId xmlns:a16="http://schemas.microsoft.com/office/drawing/2014/main" val="3772305891"/>
                    </a:ext>
                  </a:extLst>
                </a:gridCol>
                <a:gridCol w="1352826">
                  <a:extLst>
                    <a:ext uri="{9D8B030D-6E8A-4147-A177-3AD203B41FA5}">
                      <a16:colId xmlns:a16="http://schemas.microsoft.com/office/drawing/2014/main" val="515068768"/>
                    </a:ext>
                  </a:extLst>
                </a:gridCol>
                <a:gridCol w="1370988">
                  <a:extLst>
                    <a:ext uri="{9D8B030D-6E8A-4147-A177-3AD203B41FA5}">
                      <a16:colId xmlns:a16="http://schemas.microsoft.com/office/drawing/2014/main" val="14813195"/>
                    </a:ext>
                  </a:extLst>
                </a:gridCol>
              </a:tblGrid>
              <a:tr h="446156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556816"/>
                  </a:ext>
                </a:extLst>
              </a:tr>
              <a:tr h="780772">
                <a:tc>
                  <a:txBody>
                    <a:bodyPr/>
                    <a:lstStyle/>
                    <a:p>
                      <a:r>
                        <a:rPr lang="en-GB" dirty="0"/>
                        <a:t>Harry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Snowdon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Pay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12685"/>
                  </a:ext>
                </a:extLst>
              </a:tr>
              <a:tr h="7807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Jai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£20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>
                          <a:solidFill>
                            <a:srgbClr val="00B050"/>
                          </a:solidFill>
                        </a:rPr>
                        <a:t>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803965"/>
                  </a:ext>
                </a:extLst>
              </a:tr>
              <a:tr h="7807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£10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Portugal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>
                          <a:solidFill>
                            <a:srgbClr val="00B050"/>
                          </a:solidFill>
                        </a:rPr>
                        <a:t>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7009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1CE3CC2-8AA4-9D3B-B679-9FE262D4D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405784"/>
              </p:ext>
            </p:extLst>
          </p:nvPr>
        </p:nvGraphicFramePr>
        <p:xfrm>
          <a:off x="504567" y="4118919"/>
          <a:ext cx="4587607" cy="20154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3089">
                  <a:extLst>
                    <a:ext uri="{9D8B030D-6E8A-4147-A177-3AD203B41FA5}">
                      <a16:colId xmlns:a16="http://schemas.microsoft.com/office/drawing/2014/main" val="3750088874"/>
                    </a:ext>
                  </a:extLst>
                </a:gridCol>
                <a:gridCol w="1954518">
                  <a:extLst>
                    <a:ext uri="{9D8B030D-6E8A-4147-A177-3AD203B41FA5}">
                      <a16:colId xmlns:a16="http://schemas.microsoft.com/office/drawing/2014/main" val="3772305891"/>
                    </a:ext>
                  </a:extLst>
                </a:gridCol>
              </a:tblGrid>
              <a:tr h="52456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556816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r>
                        <a:rPr lang="en-GB" dirty="0"/>
                        <a:t>Portugal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12685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£380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54138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Snowdon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£160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9009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64DD7A2-131A-48D4-7DC7-CA4D7BA88832}"/>
              </a:ext>
            </a:extLst>
          </p:cNvPr>
          <p:cNvSpPr txBox="1"/>
          <p:nvPr/>
        </p:nvSpPr>
        <p:spPr>
          <a:xfrm>
            <a:off x="500563" y="3657826"/>
            <a:ext cx="24153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 dirty="0"/>
              <a:t>Group Spends: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204</cp:revision>
  <dcterms:created xsi:type="dcterms:W3CDTF">2025-05-28T11:31:14Z</dcterms:created>
  <dcterms:modified xsi:type="dcterms:W3CDTF">2025-05-28T12:24:09Z</dcterms:modified>
</cp:coreProperties>
</file>